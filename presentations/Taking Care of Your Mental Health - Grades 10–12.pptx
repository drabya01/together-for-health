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Taking Care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7C3AED"/>
                </a:solidFill>
                <a:latin typeface="Montserrat"/>
              </a:rPr>
              <a:t>Your Mental 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50%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mental health conditions begin by age 14, and 75% by age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Early intervention changes long-term outcomes dramatically.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Science Behind Mental 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Mental health conditions are real medical issues — not character flaws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Neurotransmitters like serotonin and dopamine regulate mood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Chronic stress physically changes the brain structure over time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Genetics, trauma, and environment all play a role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Adolescence is a critical window — the brain is still developing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Warning Signs You Should Know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Persistent sadness, hopelessness, or emptiness for 2+ weeks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Major changes in sleep, appetite, or concentration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Withdrawing from friends, family, and activities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Engaging in self-harm or substance use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Expressing thoughts of death or suicide — take this seriously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🗣️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How to Support a Friend in Crisis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Listen without judgment — you do not need to fix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Ask directly: "Are you thinking about hurting yourself?"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Take all expressions of suicidal thoughts seriously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Stay with them and connect them to a professional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Follow up after — keep checking 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Montserrat"/>
              </a:rPr>
              <a:t>The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70% of young people with mental health issues do not get help.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Stigma, lack of access, and not knowing what to say all play a role. Be the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C3AED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Mental health care should be as normal as going to the doctor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Your generation is breaking the stigma — keep going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Resources exist — use them, share them, destigmatize them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Crisis Text Line: Text HOME to 686868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CAMH: camh.ca/en/health-info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C3AED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