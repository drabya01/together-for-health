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Vaping, Nicotine,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C2626"/>
                </a:solidFill>
                <a:latin typeface="Montserrat"/>
              </a:rPr>
              <a:t>and Your 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70%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teen vapers started before age 18 — during critical brain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Nicotine during adolescence permanently alters brain architecture around reward and impulse control.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Long-Term Health Consequences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333244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Chronic bronchitis, reduced lung function and capacity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122676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92552"/>
            <a:ext cx="11064240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Increased risk of cardiovascular disease (even at 20s)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3912108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681984"/>
            <a:ext cx="11064240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Nicotine dependence — same withdrawal as cigarettes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4701540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471416"/>
            <a:ext cx="11064240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EVALI: vaping-associated lung injury with 68 confirmed deaths (US, 2019)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5490972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260848"/>
            <a:ext cx="11064240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Gateway to tobacco use — 3× higher risk</a:t>
            </a:r>
          </a:p>
        </p:txBody>
      </p:sp>
      <p:sp>
        <p:nvSpPr>
          <p:cNvPr id="19" name="Oval 18"/>
          <p:cNvSpPr/>
          <p:nvPr/>
        </p:nvSpPr>
        <p:spPr>
          <a:xfrm>
            <a:off x="347472" y="6280404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6050280"/>
            <a:ext cx="11064240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Potential carcinogen exposure (long-term data still emerging)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⚖️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Regulatory &amp; Legal Picture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Vaping products illegal to sell to under-18 in all Canadian provinces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Vaping in school = suspension under most school codes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Nicotine is a Schedule F drug in Canada — regulated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"Puffco," "Elf Bar," "Geek Bar" — flavored disposables now heavily restricted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US FDA has sued major manufacturers for youth 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Evidence-Based Quitting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Nicotine Replacement Therapy (patch, gum, lozenge) — FDA approved for 12+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Varenicline (Champix) — most effective medication, requires prescription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Cognitive Behavioural Therapy for addiction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Text-based quit programs (iQuit, SmokefreeTXT)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Exercise and mindfulness for craving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Montserrat"/>
              </a:rPr>
              <a:t>Industry Deception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Juul paid $438M to settle youth targeting charges. The product was designed to hook teens.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Understanding the deliberate manipulation helps depersonalize addiction — it was engineered.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Vaping addiction is a public health crisis manufactured by corporations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Your lungs and brain can begin recovering within weeks of quitting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Legal, medical, and personal consequences are all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Smokers Helpline: 1-877-513-5333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Not An Experiment: notanexperiment.ca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Talk to your pharmacist about NRT 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