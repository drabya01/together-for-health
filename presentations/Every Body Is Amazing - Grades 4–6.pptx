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Every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9333EA"/>
                </a:solidFill>
                <a:latin typeface="Montserrat"/>
              </a:rPr>
              <a:t>Is Amazing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4–6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1C8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333EA"/>
                </a:solidFill>
                <a:latin typeface="Montserrat"/>
              </a:rPr>
              <a:t>Every Body Is Unique!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Bodies come in every shape and size — and all of them are normal.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There is no single "right" way to look. What makes you healthy is different from what makes you look a certain 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333E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33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Is Body Image?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Body image is how you think and feel about your own body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It is NOT about how your body actually looks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Positive body image = feeling comfortable in your own skin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Negative body image = feeling bad or embarrassed about your body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Body image can change from day to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Where Body Pressure Comes From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Social media and magazines only show a tiny range of bodies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Most photos of people are heavily edited and filtered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Advertising companies make money by making you feel bad about yourself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People of all sizes can be healthy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The "ideal body" has changed completely in every decade of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Building Positive Body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Focus on what your body can DO, not how it looks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Unfollow accounts that make you feel bad about yourself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Surround yourself with people who respect all bodies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Talk back to negative thoughts: "My body is strong and takes me everywhere"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Wear clothes that feel good and make you feel confident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333EA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Every body is worthy of respect — including yours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Healthy looks different for every person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are so much more than how your body looks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333EA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Body Brave: bodybrave.ca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Talk to a trusted adult if you feel very bad about your body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333E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