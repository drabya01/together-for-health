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Depression: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D4ED8"/>
                </a:solidFill>
                <a:latin typeface="Montserrat"/>
              </a:rPr>
              <a:t>to Know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adolescents in Canada experience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It is one of the most common mental health conditions among teens. You are far from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Depression vs. Normal Sadness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Sadness: short-lived, tied to an event, fades with time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Depression: lasts 2+ weeks, not always tied to an event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Depression affects sleep, appetite, concentration, and energy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Depression can cause physical symptoms — headaches, stomach aches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 can have depression even if life looks "fine" from the outside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Risk Factors — What Increases the Chances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Family history of depression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Trauma or significant loss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Chronic stress or bullying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Low self-esteem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Substance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How to Talk to a Friend Who Might Be Depressed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780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780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88976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897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Find a private, comfortable moment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590799"/>
            <a:ext cx="11759184" cy="780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590799"/>
            <a:ext cx="182880" cy="780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743199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4319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590799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Say: "I have noticed you seem down lately. Are you okay?"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444239"/>
            <a:ext cx="11759184" cy="780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444239"/>
            <a:ext cx="182880" cy="7802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5966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5966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444239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Listen — do not try to fix it immediately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297680"/>
            <a:ext cx="11759184" cy="780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297680"/>
            <a:ext cx="182880" cy="7802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450080"/>
            <a:ext cx="475488" cy="475488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50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297680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Avoid saying "just cheer up" or "you have so much to be happy about"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151120"/>
            <a:ext cx="11759184" cy="7802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151120"/>
            <a:ext cx="182880" cy="780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3035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3035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151120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Ask: "Can I help you talk to someone?"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6004560"/>
            <a:ext cx="11759184" cy="780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6004560"/>
            <a:ext cx="182880" cy="780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0352" y="615696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1569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6004560"/>
            <a:ext cx="10698480" cy="78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Stay in their life — keep reaching out even if they pull 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D4ED8"/>
                </a:solidFill>
                <a:latin typeface="Montserrat"/>
              </a:rPr>
              <a:t>Treatment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80% of people with depression improve with treatment.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Therapy (especially CBT) and medication can be very effective. Do not wait.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Depression is treatable — with the right support, people recover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Early help leads to faster and fuller recovery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mental health matters as much as your physical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Text HOME to 686868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your school counsellor or 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D4ED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