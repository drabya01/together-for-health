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Sleep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4338CA"/>
                </a:solidFill>
                <a:latin typeface="Montserrat"/>
              </a:rPr>
              <a:t>Your Superpower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4–6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338CA"/>
                </a:solidFill>
                <a:latin typeface="Montserrat"/>
              </a:rPr>
              <a:t>Sleep Is Your Superpower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Kids aged 9–12 need 9–12 hours of sleep every night.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While you sleep, your brain sorts memories, your body repairs itself, and your immune system recharges.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338C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8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What Happens When You Sleep?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Your brain saves everything you learned that day into memory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Your body grows and repairs muscles and tissues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Your immune system fights off sickness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Your brain clears out waste products — literally washes itself!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Your mood resets — this is why everything feels worse when you are tired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What Not Enough Sleep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Hard to focus and learn new things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Grumpy, emotional, and easily upset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More likely to get sick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Slower reaction times — dangerous for sports and roads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Cravings for junk food increase significantly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How to Sleep Better Tonight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Set a bedtime and stick to it — even on weekends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No screens 1 hour before bed (blue light wakes your brain up)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Keep your room cool, dark, and quiet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Avoid caffeine after 2pm (soda, chocolate, energy drinks)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Do something calm before bed: reading, stretching, breathing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Sleep is not lazy — it is when your body and brain repair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Consistent sleep times are as important as duration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Tonight: try going to bed 30 minutes earlier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338CA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Sleep Foundation: sleepfoundation.org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Talk to a parent about setting a sleep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Kids Health: kidshealth.org/sleep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338C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