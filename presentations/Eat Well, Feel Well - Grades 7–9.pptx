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Eat Well,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16A34A"/>
                </a:solidFill>
                <a:latin typeface="Montserrat"/>
              </a:rPr>
              <a:t>Feel Well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7–9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2/3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of Canadian teens do not eat enough fruits and vegetables daily (Statistics Canada)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Only 1 in 4 teens meets the Canada Food Guide recommendations.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A3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Nutrition &amp; Your Performance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Brain runs on glucose — complex carbs provide steady fuel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Omega-3 fatty acids (fish, flaxseed) improve memory and focus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Iron deficiency is #1 cause of fatigue in teen girls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Protein is essential for muscle growth and immune function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Hydration affects concentration — even 2% dehydration reduces 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What Ultra-Processed Food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Designed to be addictive — triggers same brain pathways as drugs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High in sodium, sugar, and trans fats — all risk factors for disease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Low in actual nutrients despite high calorie count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Linked to depression and anxiety (gut-brain axis research)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80% of teen diets in Canada contain too much ultra-processed food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The Gut-Brain Connection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90% of serotonin is produced in your GUT, not your brain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The gut microbiome communicates directly with your brain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High-fiber diets support healthy gut bacteria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Fermented foods (yogurt, kimchi) improve gut diversity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Poor gut health linked to anxiety, depression, and brain fog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Montserrat"/>
              </a:rPr>
              <a:t>The Ultra-Processed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Teens who eat mostly ultra-processed foods are 20% more likely to develop depression.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The evidence connecting diet to mental health is now overwhelming. What you eat is mental health care.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6A34A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6A34A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Food is medicine — literally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The gut-brain connection means eating well is self-care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Small swaps (water over soda, fruit over chips) add up massively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Canada Food Guide: food-guide.canada.ca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PCRM Nutrition Resources: pcrm.org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dietitians.ca — find a local dietitian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6A34A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