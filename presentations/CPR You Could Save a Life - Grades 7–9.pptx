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CPR: You Could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DC2626"/>
                </a:solidFill>
                <a:latin typeface="Montserrat"/>
              </a:rPr>
              <a:t>Save a Life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7–9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45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FFFFFF"/>
                </a:solidFill>
                <a:latin typeface="Montserrat"/>
              </a:rPr>
              <a:t>9 in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251960"/>
            <a:ext cx="5788152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70832"/>
            <a:ext cx="103601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ontserrat"/>
              </a:rPr>
              <a:t>cardiac arrests that happen outside hospital occur before paramedics arrive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4457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Open Sans"/>
              </a:rPr>
              <a:t>Immediate bystander CPR can double or triple survival rates. The first 4 minutes are critical.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What Happens During Cardiac Arrest?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Heart stops pumping blood effectively — often due to ventricular fibrillation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Brain cells begin dying within 4–6 minutes without oxygen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CPR maintains ~20–30% of normal blood flow to vital organs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Each minute without CPR: survival drops 7–10%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CPR + early defibrillation (AED): 3–4× higher survival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The Full C-A-B Protocol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8869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943100"/>
            <a:ext cx="475488" cy="47548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431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CHECK the scene: is it safe? Check for responsiveness — "Are you okay?"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697479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697479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9032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32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697479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CALL 9-1-1 — do this first, or have someone else do it while you start CPR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5760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65760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8633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633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65760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COMPRESSIONS: 30 chest compressions at 5–6 cm depth, 100–120 bpm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617720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617720"/>
            <a:ext cx="182880" cy="886968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4823460"/>
            <a:ext cx="475488" cy="475488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8234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61772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AIRWAY: tilt head back, lift chin — open the airway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57784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577840"/>
            <a:ext cx="182880" cy="8869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0352" y="5783580"/>
            <a:ext cx="475488" cy="475488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7835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557784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BREATHING: 2 rescue breaths (optional — hands-only is also effective)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AED — Automated External Defibrillator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AEDs are in most public buildings, schools, and arenas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The machine talks you through every step — designed for untrained users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Shocks the heart to restore normal rhythm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Turn it on → follow instructions → apply pads → press shock if advised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Resume CPR immediately after shock — do not stop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5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⏱️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C2626"/>
                </a:solidFill>
                <a:latin typeface="Montserrat"/>
              </a:rPr>
              <a:t>Time Is Everything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For every 1 minute without CPR and defibrillation, survival decreases by 10%.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After 10 minutes without CPR, survival is extremely rare. You are the first link in the chain of survival.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C2626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Calling 9-1-1 and starting CPR immediately saves lives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Hands-only CPR is effective — no excuses not to start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Get certified — 2 hours of training can save someone's life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St. John Ambulance: sja.ca/cpr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Heart &amp; Stroke: heartandstroke.ca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Red Cross: redcross.ca/firstaid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2626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