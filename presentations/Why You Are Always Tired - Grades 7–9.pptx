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Why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4338CA"/>
                </a:solidFill>
                <a:latin typeface="Montserrat"/>
              </a:rPr>
              <a:t>Are Always Tired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73%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Canadian teens do not get enough sleep on school nights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Chronic sleep deprivation in teens is now considered a public health crisis by the American Academy of Pediatrics.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Biology of Teen Sleep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Circadian rhythm shifts during puberty — biologically inclined to sleep and wake later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Melatonin release in teens starts ~2 hours later than in adults or kids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Most schools start when teen biology says it is still night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Sleep pressure (adenosine) builds more slowly in teens — need more time awake to get tired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This is not laziness — it is neurobiology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Why Phones Are Destroying Your Sleep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Blue light from screens suppresses melatonin production by up to 50%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Social media creates anxiety and FOMO that activates stress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Dopamine from notifications keeps brain in alert state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Average teen checks their phone 30× during the night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Solution: charge phone outside your bedroom — non-negotiable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Sleep Hygiene — The Evidence-Based Routine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Consistent wake time — even weekends (most important factor)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No screens 60 min before bed — use Night Shift / blue light glasses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Cool room: 65–68°F / 18–20°C is ideal for sleep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Darkness triggers melatonin — blackout curtains, eye mask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Wind-down ritual: 20 min of reading, stretching, or breathing exercises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338CA"/>
                </a:solidFill>
                <a:latin typeface="Montserrat"/>
              </a:rPr>
              <a:t>Sleep and Academic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Students who sleep 8+ hours consistently score 15–20% higher on tests.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Sleep is when long-term memories are consolidated. Pulling an all-nighter before an exam is counterproductive.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338C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Sleep is an active biological process — your body does its best work then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Consistent sleep schedule beats any supplement or biohack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Protect your sleep like the priority it is — academic performance depends on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38C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Sleep Foundation: sleepfoundation.org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Calm App: free sleep meditations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your doctor if you consistently cannot sleep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338C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