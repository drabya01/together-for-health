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Body Image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9333EA"/>
                </a:solidFill>
                <a:latin typeface="Montserrat"/>
              </a:rPr>
              <a:t>the Social Media 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10–12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33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FFFFFF"/>
                </a:solidFill>
                <a:latin typeface="Montserrat"/>
              </a:rPr>
              <a:t>1 in 5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51960"/>
            <a:ext cx="5788152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70832"/>
            <a:ext cx="103601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young women in Canada will develop an eating disorder in their lifetime — affecting all genders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445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Open Sans"/>
              </a:rPr>
              <a:t>Eating disorders have the highest mortality rate of any mental health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81C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The Psychology of Body Image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Body image is a multidimensional construct: perceptual, attitudinal, behavioral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Social comparison theory: we evaluate ourselves against social referents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Objectification theory: internalization of the observer's perspective on one's own body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Body dysmorphic disorder: obsessive preoccupation with perceived flaws — distinct from eating disorders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The "thin ideal" is a cultural construct that varies dramatically across cultures and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Eating Disorders: What They 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Anorexia Nervosa: severe restriction, fear of weight gain, distorted body perception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Bulimia Nervosa: recurrent binge-purge cycles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Binge Eating Disorder: most common — episodes of uncontrolled eating without purging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ARFID: avoidant/restrictive food intake disorder — sensory or fear-based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Orthorexia: obsessive focus on "healthy" or "clean" eating — not yet in DSM-5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How to Help a Friend You Are Worried About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Express care, not concern about their body: "I care about you and I am worried"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Do not comment on food, weight, or appearance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Avoid reinforcing diet culture behaviors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17720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17720"/>
            <a:ext cx="182880" cy="886968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823460"/>
            <a:ext cx="475488" cy="475488"/>
          </a:xfrm>
          <a:prstGeom prst="ellipse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8234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61772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Offer to go with them to a counsellor or doctor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57784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577840"/>
            <a:ext cx="182880" cy="88696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" y="5783580"/>
            <a:ext cx="475488" cy="475488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7835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5778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Educate yourself: NEDIC, NEDA, and Body Brave have excellent guides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81C8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⚖️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333EA"/>
                </a:solidFill>
                <a:latin typeface="Montserrat"/>
              </a:rPr>
              <a:t>Health at Every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HAES research consistently shows that health behaviors predict outcomes better than weight or BMI.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Weight stigma in healthcare contributes to worse outcomes. Evidence supports a weight-neutral approach to health.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333EA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333EA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Body image is a public health issue requiring media literacy and systemic change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Recovery from eating disorders is possible — early intervention dramatically improves outcomes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Advocating for diverse representation and anti-diet-culture is health activism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333EA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NEDIC: nedic.ca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Body Brave: bodybrave.ca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Glenn Mackintosh: psychologist, evidence-based resources on body image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333EA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