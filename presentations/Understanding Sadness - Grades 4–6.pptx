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D4ED8"/>
                </a:solidFill>
                <a:latin typeface="Montserrat"/>
              </a:rPr>
              <a:t>Sadness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🌧️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  <a:latin typeface="Montserrat"/>
              </a:rPr>
              <a:t>Important to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Feeling sad sometimes is normal. Depression is different.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Depression sticks around for weeks and makes it hard to do everyday things.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D4ED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Does Depression Feel Like?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Feeling sad, empty, or hopeless most of the time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Not enjoying things you used to love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Feeling very tired even after sleeping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Hard to focus or make decisions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Body aches that do not go 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Depression Is NOT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 choice — nobody chooses to be depressed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Just being sad — it is a real medical condition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Something to push through alone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 sign of weakness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Permanent — it can get better with help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Getting Better — What Helps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Tell a trusted adult how you are feeling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Exercise — even a short walk helps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Stay connected with friends and family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Limit screen time and get regular sleep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See a doctor or counsellor — treatment 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are not alone — millions of people have depression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It is a real illness, not a character flaw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Getting help is the bravest and smartest thing you can 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a parent, teacher, or counsellor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Your family doctor can help you find treatment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D4ED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