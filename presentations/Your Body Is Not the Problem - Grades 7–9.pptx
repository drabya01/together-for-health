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Your Body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9333EA"/>
                </a:solidFill>
                <a:latin typeface="Montserrat"/>
              </a:rPr>
              <a:t>Not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89%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teen girls have gone on a diet, skipped meals, or changed eating based on appearance goals (NEDA)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Negative body image is one of the primary risk factors for eating disorders, depression, and anxiety in adolescents.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Social Media &amp; Body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Instagram and TikTok algorithms actively prioritize content with "ideal" bodies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Average teen sees 500+ manipulated body images per day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comparison theory: we evaluate ourselves relative to others — social media optimizes for this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Fitspiration accounts linked to 29% increase in body dissatisfaction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checking behaviours: comparing, mirror checking, weighing — become compulsive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When Body Image Becomes Dangerous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Restricting food: skipping meals, cutting out entire food groups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Binge-purge cycles: eating large amounts then using laxatives or vomiting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Excessive exercise: exercising compulsively to change appearance even when sick or injured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dysmorphia: obsessive focus on perceived flaws others cannot see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Steroid or supplement use to alter body 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Shifting to a Body-Neutral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Focus on what your body does (runs, laughs, creates) not how it looks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Curate your social media: unfollow accounts that make you feel worse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Challenge the "thin ideal": diverse body representation in media exposure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Practice gratitude for functional body parts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Avoid diet culture language: foods are not "good" or "bad" — they are 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33EA"/>
                </a:solidFill>
                <a:latin typeface="Montserrat"/>
              </a:rPr>
              <a:t>The Diet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The diet industry generates $72 billion USD per year. It profits from your insecurity.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95% of diets fail within 5 years. The industry is designed to keep you cycling back. Awareness is resistance.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33E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Body image is shaped by culture — it can be changed by culture too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Health is not a size, shape, or number on a scale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deserve to take up space exactly as you 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33E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Body Brave: bodybrave.ca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National Eating Disorder Information Centre: nedic.ca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