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Your Feelings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7C3AED"/>
                </a:solidFill>
                <a:latin typeface="Montserrat"/>
              </a:rPr>
              <a:t>Are Normal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Montserrat"/>
              </a:rPr>
              <a:t>Here Is Something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1 in 5 kids will deal with a mental health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That's about 6 people in a class of 30. You are not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Is Mental Health?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2316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mental health is how you think, feel, and cope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92424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72384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changes from day to day — that is completely normal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61688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416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Just like your body can get sick, your mind can too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33095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And just like your body, your mind can heal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Normal vs. Getting Help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23160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sad after something bad — normal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92424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72384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nervous before a test — normal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61688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416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sad or scared for weeks for no reason — get help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330952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There is zero shame in asking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When You Feel Overwhelmed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Take 5 slow, deep breaths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Say what you are feeling: 'I feel anxious'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Do something physical — walk, stretch, or 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Talk to someone you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Who Can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005840"/>
            <a:ext cx="731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5641848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70432"/>
            <a:ext cx="56418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At School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218541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11095"/>
            <a:ext cx="5184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Your teacher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300837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34056"/>
            <a:ext cx="5184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School counsellor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" y="383133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57015"/>
            <a:ext cx="5184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A friend you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1170432"/>
            <a:ext cx="5632704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170432"/>
            <a:ext cx="5632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Outside School</a:t>
            </a:r>
          </a:p>
        </p:txBody>
      </p:sp>
      <p:sp>
        <p:nvSpPr>
          <p:cNvPr id="18" name="Oval 17"/>
          <p:cNvSpPr/>
          <p:nvPr/>
        </p:nvSpPr>
        <p:spPr>
          <a:xfrm>
            <a:off x="6373368" y="218541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1911095"/>
            <a:ext cx="51755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A parent or guardian</a:t>
            </a:r>
          </a:p>
        </p:txBody>
      </p:sp>
      <p:sp>
        <p:nvSpPr>
          <p:cNvPr id="20" name="Oval 19"/>
          <p:cNvSpPr/>
          <p:nvPr/>
        </p:nvSpPr>
        <p:spPr>
          <a:xfrm>
            <a:off x="6373368" y="300837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34056"/>
            <a:ext cx="51755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Kids Help Phone (free + private)</a:t>
            </a:r>
          </a:p>
        </p:txBody>
      </p:sp>
      <p:sp>
        <p:nvSpPr>
          <p:cNvPr id="22" name="Oval 21"/>
          <p:cNvSpPr/>
          <p:nvPr/>
        </p:nvSpPr>
        <p:spPr>
          <a:xfrm>
            <a:off x="6373368" y="383133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557015"/>
            <a:ext cx="51755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Open Sans"/>
              </a:rPr>
              <a:t>Your doctor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feelings are always valid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Asking for help is brave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do not have to figure it out alone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Text HOME to 686868 (free, 24/7)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trusted adult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