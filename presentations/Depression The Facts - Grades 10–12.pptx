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Depression: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D4ED8"/>
                </a:solidFill>
                <a:latin typeface="Montserrat"/>
              </a:rPr>
              <a:t>The Facts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17%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youth aged 15–24 in Canada experience a depressive episode (CMHA)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Depression is the leading cause of disability worldwide for ages 15–44.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Neuroscience of Depression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Depression involves reduced activity in prefrontal cortex and hippocampus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Stress hormones like cortisol can damage the hippocampus over time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Serotonin, dopamine, and norepinephrine are all implicated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Brain imaging shows real structural differences in depressed individuals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This is why "just think positive" does not work — the brain is literally different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Warning Signs of a Depressive Episode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Pervasive low mood lasting 2+ weeks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Anhedonia: inability to feel pleasure in previously enjoyed activities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Significant changes in sleep and appetite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Difficulty concentrating, making decisions, or remembering things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Thoughts of worthlessness, hopelessness, or death/suicide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Types of Treatment — What Actually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Cognitive Behavioural Therapy (CBT) — gold standard for teens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Interpersonal Therapy (IPT) — focuses on relationships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Antidepressants — SSRIs, can be very effective (takes 4–6 weeks)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Exercise: proven as effective as medication for mild-moderate depression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Sleep hygiene and routine — foundational for 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  <a:latin typeface="Montserrat"/>
              </a:rPr>
              <a:t>Suicide Risk — Know the Signs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Depression is the #1 risk factor for suicide. Never ignore warning signs.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If someone talks about wanting to die, gives away possessions, or says goodbye — act immediately. Call 9-8-8.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D4ED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Depression is a medical condition — treat it like one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Asking for help is not weakness — it is self-awareness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Early treatment prevents depression from becoming chronic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Suicide Crisis Helpline: 9-8-8 (call or text)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Psychology Today therapist finder: psychologytoday.com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D4ED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