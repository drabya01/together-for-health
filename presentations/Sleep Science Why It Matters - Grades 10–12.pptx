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Sleep Science: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4338CA"/>
                </a:solidFill>
                <a:latin typeface="Montserrat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38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67%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high school students get fewer than 8 hours of sleep — far below the 8–10 hour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The consequences include impaired cognition, emotional dysregulation, and significantly increased injury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Sleep Architecture &amp; Stages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NREM Stage 1 &amp; 2: light sleep, transition — easy to wake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NREM Stage 3: deep/slow-wave sleep — physical restoration, growth hormone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REM sleep: memory consolidation, emotional processing, creativity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Sleep cycles last 90 minutes — 5–6 cycles per night ideally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Cutting sleep short disproportionately cuts REM sleep (occurs most in final cycles)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Cost of Sleep Debt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Cognitive impairment equivalent to being legally drunk after 24 hours awake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Emotional reactivity: amygdala 60% more reactive with 5 hours sleep vs. 8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Increased risk of Type 2 diabetes (insulin resistance develops within days)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Correlation with obesity: ghrelin (hunger hormone) rises, leptin (fullness) falls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Suppressed immune function: 4× more likely to get sick after 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Optimizing Sleep for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Anchor your wake time — circadian rhythm is set by morning light, not bedtime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Strategic napping: 20 min before 3pm — power nap, not sleep debt repayment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Caffeine half-life is 5–7 hours — no caffeine after noon for quality sleep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Alcohol disrupts REM sleep significantly — even small amounts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Exercise improves sleep quality but avoid intense training within 4 hours of 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338CA"/>
                </a:solidFill>
                <a:latin typeface="Montserrat"/>
              </a:rPr>
              <a:t>School Start Times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Moving school start times from 7:30 to 8:30am increased graduation rates by 11% and reduced car accidents by 16%.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This is a public health issue, not a discipline issue. Advocating for later start times is evidence-based.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338C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338C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Sleep is the single highest-leverage health behavior available to you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research is unequivocal: 8–10 hours optimizes every system in your body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Protecting your sleep is protecting your future performance and health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338C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Why We Sleep by Matthew Walker (book/YouTube)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Sleep Foundation: sleepfoundation.org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your doctor if experiencing chronic insomnia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338C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