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Exercise 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284C7"/>
                </a:solidFill>
                <a:latin typeface="Montserrat"/>
              </a:rPr>
              <a:t>Your Health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10–12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9 in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Canadian adults do not meet physical activity guidelines — and it starts in adolescence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Physical activity habits formed in youth predict lifetime health outcomes.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Cardiovascular &amp; Metabolic Benefits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150 min/week of moderate activity reduces CVD risk by 35%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Exercise is the most effective intervention for Type 2 diabetes prevention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Resistance training increases insulin sensitivity and metabolic rate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VO2 max (aerobic capacity) is the strongest predictor of longevity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Regular activity reduces systemic inflammation — the root of most chronic disease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The Neuroscience of Exercise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BDNF (brain-derived neurotrophic factor) promotes neurogenesis — new brain cells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Exercise rivals SSRIs for mild-moderate depression treatment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Acute exercise: 2–4 hours of improved executive function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Long-term: structural changes to prefrontal cortex and hippocampus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Zone 2 cardio: optimal intensity for fat metabolism and longevity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Evidence-Based Exercise Programming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Cardio: 150–300 min/week moderate OR 75–150 min vigorous (WHO guidelines)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Strength training: 2+ sessions/week, all major muscle groups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Zone 2 training: 65–70% max heart rate — sustainable, fat-burning, longevity-focused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Progressive overload: gradually increase intensity/volume to keep adapting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Rest and recovery: as important as the workout — muscle grows during rest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84C7"/>
                </a:solidFill>
                <a:latin typeface="Montserrat"/>
              </a:rPr>
              <a:t>It Is Never Too 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Even starting exercise at 40+ dramatically reduces mortality risk. But the best time is now.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Cardiovascular fitness in adolescence is the strongest early predictor of adult health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84C7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84C7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Exercise is the most evidence-based intervention for almost every health condition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Consistency beats intensity — sustainable habits over time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 are building your future health right now — this is the investment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4C7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Canadian 24-Hour Movement Guidelines: csepguidelines.ca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Exercise is Medicine: exerciseismedicine.org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CSEP: Active for Life — csep.ca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284C7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