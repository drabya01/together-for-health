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53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0" y="0"/>
            <a:ext cx="1371600" cy="6858000"/>
          </a:xfrm>
          <a:prstGeom prst="rect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229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Montserrat"/>
              </a:rPr>
              <a:t>Mental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7C3AED"/>
                </a:solidFill>
                <a:latin typeface="Montserrat"/>
              </a:rPr>
              <a:t>Health Matters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Grades 7–9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5943600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858000" cy="685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455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0" b="1" i="0">
                <a:solidFill>
                  <a:srgbClr val="FFFFFF"/>
                </a:solidFill>
                <a:latin typeface="Montserrat"/>
              </a:rPr>
              <a:t>1 in 5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251960"/>
            <a:ext cx="5788152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70832"/>
            <a:ext cx="1036015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ontserrat"/>
              </a:rPr>
              <a:t>Canadians experiences a mental health problem each year (CAMH)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44575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FFFFFF"/>
                </a:solidFill>
                <a:latin typeface="Open Sans"/>
              </a:rPr>
              <a:t>That includes many people your age. More common than most people think.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What Affects Your Mental Health?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Big life changes: moving, loss, family stress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Sleep, food, and how much you move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Social media and constantly comparing yourself to others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Pressure at school or from family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Genetics — it can run in families, just like height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Signs a Friend Might Need Support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231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Pulling away from friends and activities they used to love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92424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72384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Sleeping way too much or not at all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61688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40416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Big, sudden changes in mood or personality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330952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501091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Saying they feel hopeless or like nothing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600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91440"/>
            <a:ext cx="1005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Open Sans"/>
              </a:rPr>
              <a:t>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8412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ontserrat"/>
              </a:rPr>
              <a:t>5 Ways to Protect Your Mental Health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73736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737360"/>
            <a:ext cx="182880" cy="8869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30352" y="194310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9431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173736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Move your body for at least 30 min a day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697479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" y="2697479"/>
            <a:ext cx="182880" cy="8869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0352" y="2903220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90322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2697479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Sleep 8–10 hours every night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365760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" y="3657600"/>
            <a:ext cx="182880" cy="8869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0352" y="3863339"/>
            <a:ext cx="475488" cy="47548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863339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365760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Limit social media to under 2 hours a day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4617720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4617720"/>
            <a:ext cx="182880" cy="886968"/>
          </a:xfrm>
          <a:prstGeom prst="rect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0352" y="4823460"/>
            <a:ext cx="475488" cy="475488"/>
          </a:xfrm>
          <a:prstGeom prst="ellipse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82346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" y="461772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Stay connected — call a friend, not just text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557784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" y="5577840"/>
            <a:ext cx="182880" cy="886968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30352" y="5783580"/>
            <a:ext cx="475488" cy="475488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578358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" y="557784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Ask for help before things get really bad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076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2560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100584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  <a:latin typeface="Open Sans"/>
              </a:rPr>
              <a:t>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10725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C3AED"/>
                </a:solidFill>
                <a:latin typeface="Montserrat"/>
              </a:rPr>
              <a:t>Most Important Thing to Know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1072591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You would not ignore a broken leg. Do not ignore your mental health either.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5394960"/>
            <a:ext cx="761695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9994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D4C0C8"/>
                </a:solidFill>
                <a:latin typeface="Open Sans"/>
              </a:rPr>
              <a:t>Struggling is not weakness. Asking for help is the strong move.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C3AED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858000" cy="68580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292608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371600"/>
            <a:ext cx="4114800" cy="4114800"/>
          </a:xfrm>
          <a:prstGeom prst="ellipse">
            <a:avLst/>
          </a:prstGeom>
          <a:solidFill>
            <a:srgbClr val="3B0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"/>
            <a:ext cx="110916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C3AED"/>
                </a:solidFill>
                <a:latin typeface="Montserrat"/>
              </a:rPr>
              <a:t>KEY TAKEAWAYS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786384"/>
            <a:ext cx="944575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1124712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12471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6816" y="960120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Mental health is just as real as physical health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1874520"/>
            <a:ext cx="438912" cy="43891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187452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1709928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Small daily habits make a massive difference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624328"/>
            <a:ext cx="438912" cy="43891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62432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6816" y="2459736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You always deserve support — no matter what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337560"/>
            <a:ext cx="1072591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342900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C3AED"/>
                </a:solidFill>
                <a:latin typeface="Montserrat"/>
              </a:rPr>
              <a:t>Resources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13048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Kids Help Phone: 1-800-668-6868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23944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Text HOME to 686868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crisis-services-canada.ca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C3AED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