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Food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6A34A"/>
                </a:solidFill>
                <a:latin typeface="Montserrat"/>
              </a:rPr>
              <a:t>Is Fuel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4–6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Montserrat"/>
              </a:rPr>
              <a:t>Food Is Your Fuel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Your brain uses 20% of all the energy your body gets from food.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What you eat directly affects how well you can think, focus, and feel throughout the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Rainbow Rule — Eat the Colours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Red: tomatoes, strawberries — fight disease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Orange: carrots, oranges — build strong eyes and skin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Green: spinach, broccoli — protect your heart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Blue/Purple: blueberries, grapes — boost brain health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White/Brown: whole grains, potatoes — give you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Basics of Healthy Eating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Drink 6–8 glasses of water every day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Eat breakfast — it powers your brain for learning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Fill half your plate with fruits and vegetables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Choose whole grains over white bread and pasta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Limit ultra-processed snacks, fast food, and sugary drinks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🍽️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Building a Healthy Meal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Start with vegetables — fill half your plate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Add protein: chicken, fish, eggs, beans, tofu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Include whole grains: brown rice, whole wheat bread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Add healthy fats: avocado, olive oil, nuts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Drink water with every meal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Healthy food = better focus, energy, and mood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Small changes add up — one good choice at a time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deserve food that makes you feel good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Canada Food Guide: food-guide.canada.ca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a school nutritionist or doctor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Try cooking one healthy meal this week!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