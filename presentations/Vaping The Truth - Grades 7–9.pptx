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Vaping: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C2626"/>
                </a:solidFill>
                <a:latin typeface="Montserrat"/>
              </a:rPr>
              <a:t>The Truth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 in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Canadian teens in grades 10–12 have vaped in the past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Vaping is one of the fastest-growing health concerns for adolescents in Canada.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Real Science of Vaping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Vaping aerosolizes liquids — it is NOT just water vapor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Contains 100+ chemicals including formaldehyde, acrolein, and diacetyl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Ultrafine particles penetrate deep into lung tissue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Cases of EVALI (vaping lung injury) — some fatal — in teens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No long-term safety data exists because vaping is too 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How Vaping Companies Target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Thousands of flavors designed to appeal to teens (mango, cotton candy)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Colourful designs that look like tech gadgets, not cigarettes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media marketing disguised as lifestyle content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Claiming it is safer than smoking (technically true, but not safe)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Deliberately addictive — same playbook as old cigarette companies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If You Are Already Vaping — How to Quit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Talk to your doctor — nicotine replacement therapy is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Tell a trusted person — accountability helps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Use the Smokers Helpline app or texting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Identify triggers: boredom, social pressure, stress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Replace the habit with something physical — gym, sports, walking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Montserrat"/>
              </a:rPr>
              <a:t>The Addiction Is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Teens who vape are 3× more likely to start smoking cigarettes.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Nicotine addiction at a young age rewires your brain and follows you into adulthood.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Vaping is not harmless — the science is clear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earlier you quit, the more your lungs can recover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have the right to say no to companies exploiting your health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Smokers Helpline: 1-877-513-5333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Health Canada: canada.ca/vaping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CAMH Vaping Resources: camh.ca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