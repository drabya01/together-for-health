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a Helper!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You Could Save a Life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Most cardiac arrests happen at home. The first person to help is usually a bystander.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Learning CPR as a kid makes you one of the most prepared people around.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Is CPR?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CPR stands for Cardiopulmonary Resuscitation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is a way to keep blood and oxygen moving when someone's heart stops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Anyone can learn it — even kids!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Brain damage starts within 4–6 minutes without oxygen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CPR buys time until paramedics arrive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The 3 Steps of Basic CPR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CALL 9-1-1 first — tell them exactly where you 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PUSH hard on the centre of the chest — 30 times, fast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BREATHE — 2 rescue breaths into their mouth (or hands-only CPR)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Hands-Only CPR — Anyone Can Do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 do NOT have to do mouth-to-mouth breaths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Put your hands on the centre of the chest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Push down 5–6 cm (about 2 inches) — harder than you think!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Push 100–120 times per minute — the beat of "Stayin' Alive"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Keep going until help arrives or the person wakes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Calling 9-1-1 is always the first step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cannot make things worse by trying CPR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might be the reason someone's family member survives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St. John Ambulance: sja.ca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Red Cross CPR course: redcross.ca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Ask your teacher about getting CPR certified!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