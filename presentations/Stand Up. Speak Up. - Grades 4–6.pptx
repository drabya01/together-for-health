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Stand 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DB2777"/>
                </a:solidFill>
                <a:latin typeface="Montserrat"/>
              </a:rPr>
              <a:t>Speak 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4–6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3184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🛡️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B2777"/>
                </a:solidFill>
                <a:latin typeface="Montserrat"/>
              </a:rPr>
              <a:t>What Is Bullying?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Bullying is when someone hurts another person on purpose, more than once, when there is a power difference.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Bullying is not normal or okay. Every student deserves to feel safe at school.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B2777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27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👁️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Types of Bullying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23160"/>
            <a:ext cx="329184" cy="329184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Physical: hitting, pushing, taking things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92424"/>
            <a:ext cx="329184" cy="329184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72384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Verbal: name-calling, teasing, threats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61688"/>
            <a:ext cx="329184" cy="329184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0416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Social: leaving someone out, spreading rumours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330952"/>
            <a:ext cx="329184" cy="329184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01091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Cyberbullying: mean messages or posts online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How to Help If You See Bullying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Do not join in — even laughing makes it worse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Support the person being bullied — sit with them, check in later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Report it to a trusted adult — this is NOT tattling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If it is safe, say "That is not cool" and walk away with the person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Your voice matters — bystanders have real power to stop bullying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🗣️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If You Are Being Bullied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You are not alone and it is not your fault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Tell a trusted adult: teacher, counsellor, parent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Write down what happened: date, time, what was said or done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Block and report on social media if it is cyberbullying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Try not to respond — engaging often makes it worse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B2777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Bullying is never the victim's fault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Asking for help is the right thing to do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Together we make our school a safer place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Kids Help Phone: 1-800-668-6868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PREVNet: prevnet.ca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Talk to a trusted adult at school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B2777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