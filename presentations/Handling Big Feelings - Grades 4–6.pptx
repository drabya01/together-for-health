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D9488"/>
                </a:solidFill>
                <a:latin typeface="Montserrat"/>
              </a:rPr>
              <a:t>Big Feelings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4–6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Montserrat"/>
              </a:rPr>
              <a:t>Stress Is Normal!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Everyone feels stressed sometimes — even adults.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Stress is your body getting ready to handle a challenge. It is helpful in small doses.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948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Does Stress Feel Like?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Fast heartbeat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Butterflies in your stomach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Feeling worried or nervous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Trouble sleeping or concentrating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Sometimes — headaches or stomachaches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Good Ways to Handle Stress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Deep breathing: breathe in 4 counts, hold 4, out 4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Move your body — even a 5-minute walk helps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Talk to someone you trust about what is bothering you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Break big problems into small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Do something creative: draw, write, play music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The 5-4-3-2-1 Grounding Technique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Name 5 things you can SEE right 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Name 4 things you can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Name 3 things you can HEAR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Name 2 things you can SMELL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Name 1 thing you can TASTE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Stress is part of life — and you can handle it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Small coping tools used regularly make a big difference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never have to deal with big stress alone — ask for help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Mindfulness: calm.com or headspace.com (free tier)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a parent, teacher, or school counsellor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