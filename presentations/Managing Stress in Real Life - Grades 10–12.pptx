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Managing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D9488"/>
                </a:solidFill>
                <a:latin typeface="Montserrat"/>
              </a:rPr>
              <a:t>in Real Life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45%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university students report stress as the #1 barrier to academic performance (NCHA Canada)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Stress-related mental health issues cause 1 in 4 students to consider dropping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Chronic Stress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HPA axis (hypothalamus-pituitary-adrenal): the stress regulation 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Allostatic load: cumulative biological cost of chronic stress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Telomere shortening: chronic stress accelerates cellular aging at the DNA level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Hippocampal volume reduction: impairs memory consolidation and emotional regulation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Systemic inflammation: the mechanism linking stress to most chronic diseases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Hormones Under Stress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Cortisol: primary stress hormone — mobilizes glucose, suppresses immune 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Adrenaline (epinephrine): acute fight/flight response — immediate, short-lived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Norepinephrine: sustained alertness, attention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DHEA: counter-regulates cortisol — high DHEA ratio predicts resilience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Oxytocin: stress buffer — released by social connection and touch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Evidence-Based Resilience Building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Mindfulness-Based Stress Reduction (MBSR): 8-week protocol, reduces cortisol 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Regular aerobic exercise: 3×/week at 70% max HR — most powerful stress buffer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Sleep optimization: 8+ hours non-negotiable for stress recovery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Social support network: strongest predictor of stress resilience in research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Cognitive reappraisal: changing interpretations, not just situations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Montserrat"/>
              </a:rPr>
              <a:t>The Stress-Performance Paradox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Some of history's greatest achievements were created under extreme stress — Yerkes-Dodson was right.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The goal is not eliminating stress but developing the capacity to metabolize it productively. That is resilience.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948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Stress mastery is a trainable skill, not a personality trait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evidence strongly favors consistent small practices over crisis intervention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are building stress resilience now — it will serve you for life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Headspace: evidence-based mindfulness, free for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The Upside of Stress by Kelly McGonigal (book/TED Talk)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Campus counselling services — use them early, not in crisis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