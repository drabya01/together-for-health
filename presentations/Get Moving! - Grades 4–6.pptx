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284C7"/>
                </a:solidFill>
                <a:latin typeface="Montserrat"/>
              </a:rPr>
              <a:t>Moving!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  <a:latin typeface="Montserrat"/>
              </a:rPr>
              <a:t>Movement Is Medicine!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Kids should get at least 60 minutes of physical activity every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That does not have to be all at once — it adds up throughout the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4C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Why Moving Your Body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Makes your heart and lungs stronger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Builds muscles and strong bones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Helps you sleep better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Puts you in a better mood — exercise releases happy chemicals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Helps you focus and do better in school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Ways to Get Moving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Walk or bike to school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Join a sports team or after-school club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Play outside with friends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Dance in your room!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Do chores that involve moving — raking leaves, washing the 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The 3 Types of Exercise You Need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Cardio: running, swimming, jumping — gets your heart rate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Strength: push-ups, lifting, climbing — builds muscles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Flexibility: stretching, yoga — helps you move without getting hurt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4C7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Your body was built to move — use it!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60 minutes a day keeps you healthy and happy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Find something you love — it does not feel like exercise then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ParticipACTION: participaction.com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Try a new sport this month!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Ask your teacher about active recess activities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84C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