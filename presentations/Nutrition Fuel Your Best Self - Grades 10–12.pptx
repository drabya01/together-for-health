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Nutrition: Fuel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6A34A"/>
                </a:solidFill>
                <a:latin typeface="Montserrat"/>
              </a:rPr>
              <a:t>Your Best Self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80%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chronic diseases are preventable with diet and lifestyle changes (WHO)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Cardiovascular disease, Type 2 diabetes, and many cancers are primarily diet-related.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Nutritional Science Essentials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Macronutrients: carbohydrates (4 cal/g), protein (4 cal/g), fat (9 cal/g)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Micronutrients: vitamins and minerals required in small amounts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Essential amino acids — 9 that your body cannot synthesize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Omega-3 vs omega-6 ratio: modern diet is severely imbalanced (1:20 vs ideal 1:4)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Bioavailability: how well nutrients are absorbed (heme vs non-heme iron)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Gut-Brain Axis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The gut contains 500 million neurons — the "second brain"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Gut microbiome produces 90% of serotonin and 50% of dopamine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Dysbiosis (unhealthy gut) linked to anxiety, depression, autism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Mediterranean diet consistently shows neuroprotective effects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Antibiotics and ultra-processed foods disrupt microbiome significantly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Evidence-Based Dietary Patterns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Mediterranean diet: best evidence for cardiovascular and mental health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Plant-forward eating: reduces chronic disease risk across all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Intermittent fasting: emerging evidence for metabolic and cognitive benefits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Avoid: ultra-processed foods, trans fats, excessive sugar and sodium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The anti-inflammatory diet: focus on foods that reduce systemic inflammation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Montserrat"/>
              </a:rPr>
              <a:t>Weight Is Not the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Health at Every Size (HAES) research shows health behaviors matter more than BMI.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Focusing on eating patterns, movement, and wellbeing — not weight — produces better health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A34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Nutrition science is evolving — stay critical of trends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Diet quality in adolescence predicts adult health outcomes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most evidence-based approach: whole foods, variety, moderation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Canada Food Guide: food-guide.canada.ca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The Gut-Brain Axis — PubMed research summaries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Registered Dietitian Consultation: dietitians.ca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A34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