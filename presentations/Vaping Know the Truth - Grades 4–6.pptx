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Vaping: 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C2626"/>
                </a:solidFill>
                <a:latin typeface="Montserrat"/>
              </a:rPr>
              <a:t>the Truth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Montserrat"/>
              </a:rPr>
              <a:t>Did You Know?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Vapes contain nicotine — the same addictive drug as cigarettes.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Even "nicotine-free" vapes can contain harmful chemicals you are breathing into your lungs.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Is in Vape Smoke?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Nicotine — highly addictive, especially for young brains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Formaldehyde — a chemical used to preserve dead bodies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Heavy metals like lead and nickel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Tiny particles that damage your lungs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Unknown chemicals that have never been tested for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Nicotine Does to a Young Brain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Young brains are still developing until age 25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Nicotine creates new pathways that make you crave it more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It makes it harder to concentrate, learn, and control impulses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It makes you more likely to get addicted to other things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Once you start, it is very hard to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How to Say No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Just say: "No thanks, that stuff messes with your brain"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Walk away — you do not owe an explanation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Hang out with friends who do not vape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Remember: looking cool is not worth lung damage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Talk to a trusted adult if you feel pressured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Your lungs and brain are still growing — protect them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No level of vaping is safe for young people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Saying no makes you stronger, not weaker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Smokers Helpline: 1-877-513-5333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Teen Health: teenhealth.ca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your doctor or school counsellor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