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Bullying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B2777"/>
                </a:solidFill>
                <a:latin typeface="Montserrat"/>
              </a:rPr>
              <a:t>Stops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27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1 in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Canadian students reports being bullied — one of the highest rates in developed countries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Bullying has serious, lasting effects on mental health, academic performance, and social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1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Understanding the Bullying Dynamic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Bullying requires: intent to harm + repetition + power imbalance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It is about power, not the victim's flaws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Bystanders are the BIGGEST factor in whether bullying continues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Most bullies have been bullied themselves — this explains, but does not excuse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Group dynamics normalize bullying when bystanders stay silent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Cyberbullying: The 24/7 Reality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No escape — bullying follows victims home and into their rooms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Content spreads rapidly and can be nearly impossible to remove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Anonymity emboldens aggressors to say things they never would in person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Screenshots are evidence — save them before blocking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Cyberbullying affects mental health as severely as in-person bullying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Being an Effective Upstander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Directly intervene if you can do so safely: "That is not cool. Stop."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Support the target: sit with them, send a supportive message later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Report to a trusted adult — every time, every incident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Do not share, like, or comment on bullying content — amplification is participation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Check in: "Are you okay? What can I do?"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18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B2777"/>
                </a:solidFill>
                <a:latin typeface="Montserrat"/>
              </a:rPr>
              <a:t>The Bystander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57% of bullying incidents stop within 10 seconds when a bystander intervenes.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One person stepping up completely changes the group dynamic. You have far more power than you think.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277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B2777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bystander is the most powerful person in any bullying situation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Silence = permission. Speaking up changes outcomes dramatically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Building a culture of inclusion makes bullying far less likely to take root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PREVNet: prevnet.ca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cybertip.ca — report online bullying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B277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